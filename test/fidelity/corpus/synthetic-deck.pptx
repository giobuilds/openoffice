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</p:sldIdLst>
  <p:sldSz cx="9144000" cy="6858000" type="screen4x3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theme" Target="theme/them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z="4000"/>
              <a:t>Work synthetic deck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r>
              <a:rPr lang="en-US" sz="2400"/>
              <a:t>First point</a:t>
            </a:r>
          </a:p>
          <a:p>
            <a:r>
              <a:rPr lang="en-US" sz="2400"/>
              <a:t>Second point</a:t>
            </a:r>
          </a:p>
          <a:p>
            <a:r>
              <a:rPr lang="en-US" sz="2400"/>
              <a:t>Third point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z="4000"/>
              <a:t>Second slide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r>
              <a:rPr lang="en-US" sz="2400"/>
              <a:t>Only one point here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ork">
  <a:themeElements>
    <a:clrScheme name="Work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C67139"/>
      </a:accent1>
      <a:accent2>
        <a:srgbClr val="7A8A5E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Work">
      <a:majorFont>
        <a:latin typeface="Liberation Sans"/>
        <a:ea typeface=""/>
        <a:cs typeface=""/>
      </a:majorFont>
      <a:minorFont>
        <a:latin typeface="Liberation Sans"/>
        <a:ea typeface=""/>
        <a:cs typeface=""/>
      </a:minorFont>
    </a:fontScheme>
    <a:fmtScheme name="Work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